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Feature Engineering Híbrida: RFF + Distância Espacial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• A Abordagem: Divisão do espaço (64D) para especialistas.</a:t>
            </a:r>
          </a:p>
          <a:p>
            <a:pPr>
              <a:defRPr sz="1600"/>
            </a:pPr>
            <a:r>
              <a:t>• Atributo Radial (1D): (Xs ** 2).sum() isola círculos e esferas.</a:t>
            </a:r>
          </a:p>
          <a:p>
            <a:pPr>
              <a:defRPr sz="1600"/>
            </a:pPr>
            <a:r>
              <a:t>• RFF (63D): Projeção desdobra fronteiras complexas (XOR, Espiral).</a:t>
            </a:r>
          </a:p>
          <a:p>
            <a:pPr>
              <a:defRPr sz="1600"/>
            </a:pPr>
            <a:r>
              <a:t>• Estabilidade: float64 previne flutuações de arredondamento.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latin typeface="Courier New"/>
              </a:defRPr>
            </a:pPr>
            <a:r>
              <a:t>class Submissao:</a:t>
            </a:r>
            <a:br/>
            <a:r>
              <a:t>    DIM_MAX = DIM_MAX</a:t>
            </a:r>
            <a:br/>
            <a:br/>
            <a:r>
              <a:t>    def fit(self, X: torch.Tensor) -&gt; None:</a:t>
            </a:r>
            <a:br/>
            <a:r>
              <a:t>        self.mu, self.sd = X.mean(dim=0), X.std(dim=0) + 1e-8</a:t>
            </a:r>
            <a:br/>
            <a:r>
              <a:t>        Xs = (X - self.mu) / self.sd</a:t>
            </a:r>
            <a:br/>
            <a:r>
              <a:t>        num_rff = self.DIM_MAX - 1 </a:t>
            </a:r>
            <a:br/>
            <a:br/>
            <a:r>
              <a:t>        d2 = torch.cdist(Xs[:300], Xs[:300]) ** 2</a:t>
            </a:r>
            <a:br/>
            <a:r>
              <a:t>        sigma = math.sqrt(d2[d2 &gt; 1e-4].median().item() / 2.0) if (d2 &gt; 1e-4).any() else 1.0</a:t>
            </a:r>
            <a:br/>
            <a:r>
              <a:t>        g = torch.Generator().manual_seed(42)</a:t>
            </a:r>
            <a:br/>
            <a:br/>
            <a:r>
              <a:t>        self.W = torch.randn(X.shape[1], num_rff, generator=g, device=X.device, dtype=X.dtype) / sigma</a:t>
            </a:r>
            <a:br/>
            <a:r>
              <a:t>        self.b = (torch.rand(num_rff, generator=g, device=X.device, dtype=X.dtype) * 2 * math.pi)</a:t>
            </a:r>
            <a:br/>
            <a:br/>
            <a:r>
              <a:t>    def phi(self, X: torch.Tensor) -&gt; torch.Tensor:</a:t>
            </a:r>
            <a:br/>
            <a:r>
              <a:t>        Xs = (X - self.mu) / self.sd</a:t>
            </a:r>
            <a:br/>
            <a:r>
              <a:t>        feat_raio = (Xs ** 2).sum(dim=1, keepdim=True)</a:t>
            </a:r>
            <a:br/>
            <a:r>
              <a:t>        </a:t>
            </a:r>
            <a:br/>
            <a:r>
              <a:t>        Xs_d, W_d, b_d = Xs.to(torch.float64), self.W.to(torch.float64), self.b.to(torch.float64)</a:t>
            </a:r>
            <a:br/>
            <a:r>
              <a:t>        proj = Xs_d @ W_d + b_d</a:t>
            </a:r>
            <a:br/>
            <a:r>
              <a:t>        feat_rff = math.sqrt(2.0 / self.W.shape[1]) * torch.cos(proj).to(X.dtype)</a:t>
            </a:r>
            <a:br/>
            <a:br/>
            <a:r>
              <a:t>        return torch.cat([feat_raio, feat_rff], dim=1)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